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8FBF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SINOR APP·WEB SCREEN MOCKUP V3.0 · 대외비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화면 목업 V3.0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B9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목적형 4대 메뉴 — 홈 · 여행 · 만남 · 모임 / 개인 설정은 우측 마이페이지 · 채팅은 맥락 진입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B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8B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 메뉴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B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9→4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9184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8B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섹션 재배치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B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76072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8B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이벤트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B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2960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8B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만들 섹션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8B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시놀 김연재 · 2026-08-08 · v2.0 5탭 → v3.0 4탭 IA 재정의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IA CHANGE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중심 → 목적 중심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5탭은 "무엇을 하러 들어가는 앱인가"가 안 보입니다. "내가 무엇을 하러 왔는가"를 메뉴로 만듭니다.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194560"/>
          </a:xfrm>
          <a:prstGeom prst="rect">
            <a:avLst/>
          </a:prstGeom>
          <a:solidFill>
            <a:srgbClr val="F3F4F6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AS-IS · v2.0 (기능 분산)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   라운지   ＋   채팅   마이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채팅·마이까지 상시 메뉴.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서비스(시럽인연·단체미팅·트립)가 메뉴 체계 밖에 존재.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2194560"/>
          </a:xfrm>
          <a:prstGeom prst="rect">
            <a:avLst/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874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TO-BE · v3.0 (목적 중심)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  여행   만남   모임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6974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우측 상단 마이페이지 · 채팅은 맥락형 진입 + 헤더 알림.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시럽인연·단체미팅·트립을 목적 메뉴에 통합.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11064240" cy="1188720"/>
          </a:xfrm>
          <a:prstGeom prst="rect">
            <a:avLst/>
          </a:prstGeom>
          <a:solidFill>
            <a:srgbClr val="E4F0EF"/>
          </a:solidFill>
          <a:ln w="9525">
            <a:solidFill>
              <a:srgbClr val="0F5F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3434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버리는 것이 아닙니다.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6634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IA(네비게이션 뼈대)만 바뀌고, v2.0에서 설계한 9섹션·수익 카드 3종·이벤트 16종·어드민 컴포넌트 8종·채팅 2탭은 그대로 4메뉴 안으로 상속됩니다.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개발자에게 "새로 만들 것이 없다"를 증명하는 것이 다음 장의 매핑표입니다.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v3.0 · 2026.08 · 대외비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REASSIGNMENT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v2.0 9섹션 → v3.0 4메뉴 매핑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빠지는 섹션은 없습니다. 대부분 홈(발견)과 전용 메뉴(목적 완수)에 이중 배치됩니다.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01752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v2.0 홈 섹션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v3.0 위치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상속 규격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검색바 (sticky)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홈 상단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search_term 수집 · 0건 로그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기획전 배너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radius 16px · 세션당 첫 노출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카테고리 격자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모임 상단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아이콘 + 한글 라벨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수익카드 단체미팅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홈 + 만남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잔여 3석 강조 · 동일 컴포넌트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새로 열린 모임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홈 + 모임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가로 스크롤 20% · 정원 표시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수익카드 인연진단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홈 + 만남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 화면 전화 원탭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내 지역 모임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홈 + 모임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미설정 시 설정 유도 카드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⑧ 수익카드 이번주 여행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홈 + 여행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정가 vs 멤버십가 · 실연동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⑨ 광고 슬롯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홈 (4주 후)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개편 동시 도입 금지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v3.0 · 2026.08 · 대외비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HOME · TRAVEL · MEET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— 홈 / 여행 / 만남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목적별 3개 메뉴. 하단 네비는 홈·여행·만남·모임 4개로 통일.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383280" cy="466344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C2C7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18488"/>
            <a:ext cx="3346704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D8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· 서울 ▾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154680" y="16276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F5F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◯ 마이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76656" y="1984248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68096" y="200253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무엇을 찾으세요?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76656" y="2368296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38658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시놀에서 해볼 것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6656" y="2752344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68096" y="277063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메뉴: 여행 | 만남 | 모임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6656" y="3136392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15468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단체미팅 · 잔여 3석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6656" y="3520440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68096" y="353872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지역 모임 →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" y="3904488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92277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인연 진단 →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6656" y="4288536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430682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여행 · 시놀트립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6928" y="5934456"/>
            <a:ext cx="3346704" cy="329184"/>
          </a:xfrm>
          <a:prstGeom prst="rect">
            <a:avLst/>
          </a:prstGeom>
          <a:solidFill>
            <a:srgbClr val="F3F4F6"/>
          </a:solidFill>
          <a:ln w="9525">
            <a:solidFill>
              <a:srgbClr val="C2C7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5934456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5F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03604" y="5934456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여행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40280" y="5934456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만남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076956" y="5934456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114800" y="1600200"/>
            <a:ext cx="3383280" cy="466344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C2C7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33088" y="1618488"/>
            <a:ext cx="3346704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D8DB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24528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여행 · 시놀트립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20840" y="16276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F5F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◯ 마이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242816" y="1984248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334256" y="200253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추천 여행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42816" y="2368296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34256" y="238658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정가 32만 → 멤버십가 24만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242816" y="2752344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34256" y="277063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시놀트립 멤버십 49,900원/년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242816" y="3136392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4334256" y="315468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여행 일정 →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42816" y="3520440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334256" y="353872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혜택 →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242816" y="3904488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34256" y="392277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멤버십 가입하고 예약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133088" y="5934456"/>
            <a:ext cx="3346704" cy="329184"/>
          </a:xfrm>
          <a:prstGeom prst="rect">
            <a:avLst/>
          </a:prstGeom>
          <a:solidFill>
            <a:srgbClr val="F3F4F6"/>
          </a:solidFill>
          <a:ln w="9525">
            <a:solidFill>
              <a:srgbClr val="C2C7C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33088" y="5934456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69764" y="5934456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5F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여행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806440" y="5934456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만남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43116" y="5934456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680960" y="1600200"/>
            <a:ext cx="3383280" cy="466344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C2C7C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99248" y="1618488"/>
            <a:ext cx="3346704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D8DB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90688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만남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0287000" y="16276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F5F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◯ 마이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808976" y="1984248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7900416" y="200253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만남을 찾으세요?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808976" y="2368296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00416" y="238658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→ 시럽 (성인 등급 안내)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808976" y="2752344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00416" y="277063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진지한 인연 → 시럽인연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808976" y="3136392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00416" y="315468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인연 진단 → 상담 → 전화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808976" y="3520440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62" name="Text 60"/>
          <p:cNvSpPr/>
          <p:nvPr/>
        </p:nvSpPr>
        <p:spPr>
          <a:xfrm>
            <a:off x="7900416" y="353872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단체미팅 → 일정·잔여석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699248" y="5934456"/>
            <a:ext cx="3346704" cy="329184"/>
          </a:xfrm>
          <a:prstGeom prst="rect">
            <a:avLst/>
          </a:prstGeom>
          <a:solidFill>
            <a:srgbClr val="F3F4F6"/>
          </a:solidFill>
          <a:ln w="9525">
            <a:solidFill>
              <a:srgbClr val="C2C7C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99248" y="5934456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535924" y="5934456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여행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9372600" y="5934456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5F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만남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0209276" y="5934456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v3.0 · 2026.08 · 대외비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GROUPS · MY PAGE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— 모임 / 마이페이지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모임은 커뮤니티 자산 그대로. 개인 설정은 우측 상단으로 분리.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383280" cy="457200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C2C7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18488"/>
            <a:ext cx="3346704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D8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 찾기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154680" y="16276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F5F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◯ 마이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76656" y="1984248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68096" y="200253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| 운동 | 여행 | 문화 | 취미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76656" y="2368296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68096" y="238658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주변 모임 →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6656" y="2752344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68096" y="277063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모임 →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6656" y="3136392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68096" y="315468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열린 모임 →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6656" y="3520440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53872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 만들기 ＋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" y="3904488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68096" y="392277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 상세 → 모임 대화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" y="5843016"/>
            <a:ext cx="3346704" cy="329184"/>
          </a:xfrm>
          <a:prstGeom prst="rect">
            <a:avLst/>
          </a:prstGeom>
          <a:solidFill>
            <a:srgbClr val="F3F4F6"/>
          </a:solidFill>
          <a:ln w="9525">
            <a:solidFill>
              <a:srgbClr val="C2C7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5843016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03604" y="5843016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여행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240280" y="5843016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만남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76956" y="5843016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5F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0" y="1600200"/>
            <a:ext cx="3383280" cy="457200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C2C7C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33088" y="1618488"/>
            <a:ext cx="3346704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D8DB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24528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마이페이지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20840" y="16276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F5F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◯ 마이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242816" y="1984248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334256" y="200253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프로필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242816" y="2368296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334256" y="238658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관심사 / 지역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42816" y="2752344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4334256" y="277063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본인인증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242816" y="3136392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4334256" y="315468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모임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242816" y="3520440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4334256" y="353872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 · 11,100P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42816" y="3904488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4256" y="392277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/ 구독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242816" y="4288536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4334256" y="430682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· 고객센터 · 로그아웃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680960" y="170992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45" name="Text 43"/>
          <p:cNvSpPr/>
          <p:nvPr/>
        </p:nvSpPr>
        <p:spPr>
          <a:xfrm>
            <a:off x="7680960" y="1709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01000" y="169164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 — 핵심 자산 유지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01000" y="19202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취미·운동·여행·문화·지역. 카테고리는 아이콘+한글 라벨, 17px·48px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680960" y="271576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49" name="Text 47"/>
          <p:cNvSpPr/>
          <p:nvPr/>
        </p:nvSpPr>
        <p:spPr>
          <a:xfrm>
            <a:off x="7680960" y="27157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01000" y="269748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＋를 모임 안으로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001000" y="2926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하단 ＋ 탭을 모임 메뉴로 흡수. 모임 만들기는 모임 맥락의 행동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680960" y="372160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53" name="Text 51"/>
          <p:cNvSpPr/>
          <p:nvPr/>
        </p:nvSpPr>
        <p:spPr>
          <a:xfrm>
            <a:off x="7680960" y="3721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001000" y="370332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'마이'가 아니라 '마이페이지'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001000" y="39319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텍스트+사람 아이콘. 탐색과 설정을 분리해 맥락을 잃지 않게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80960" y="472744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57" name="Text 55"/>
          <p:cNvSpPr/>
          <p:nvPr/>
        </p:nvSpPr>
        <p:spPr>
          <a:xfrm>
            <a:off x="7680960" y="4727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01000" y="47091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결제/구독을 한곳에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001000" y="49377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멤버십·구독·포인트 관리. 포인트로 첫 달 = 구독 전환 장치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v3.0 · 2026.08 · 대외비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CHAT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— 탭 제거, 맥락 진입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대메뉴에서 뺐습니다. 기능·데이터·2탭 구조는 그대로이고 진입 경로만 바뀝니다.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29184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진입점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도달 화면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유지 규격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모임 상세 → 모임 대화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모임 채팅방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v2.0 채팅 2탭 (모임/1:1 대화)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상대 프로필/만남 → 1:1 대화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1:1 채팅방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탭=점, 목록=숫자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헤더 메시지 아이콘 → 전체 대화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모임/1:1 2탭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 해제는 대화방 실제 열람 시점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14800"/>
            <a:ext cx="11064240" cy="1005840"/>
          </a:xfrm>
          <a:prstGeom prst="rect">
            <a:avLst/>
          </a:prstGeom>
          <a:solidFill>
            <a:srgbClr val="E4F0EF"/>
          </a:solidFill>
          <a:ln w="9525">
            <a:solidFill>
              <a:srgbClr val="0F5F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23367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관점에서는 라우팅 변경입니다.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455371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채팅 컴포넌트·API를 재사용하고, 하단 탭 진입을 맥락형 진입 + 헤더 알림으로 바꿉니다. 안 읽음 카운트 제공 주체(서버/클라이언트) 확인은 여전히 선행(개발 회신 D3).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v3.0 · 2026.08 · 대외비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WEB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— 같은 4대 메뉴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sinor.co.kr도 홈/여행/만남/모임으로 통일. 기존 URL 재사용, 연결·측정만 부착.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383280" cy="457200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C2C7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18488"/>
            <a:ext cx="3346704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D8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sinor.co.kr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154680" y="16276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F5F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◯ 마이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76656" y="1984248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68096" y="200253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— 50+의 여행·만남·모임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76656" y="2368296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38658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앱 설치하기 ]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6656" y="2752344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68096" y="277063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| 여행 | 만남 | 모임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6656" y="3136392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68096" y="315468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추천 · 단체미팅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6656" y="3520440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68096" y="353872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시럽인연 상담 (전화)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" y="3904488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68096" y="392277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시놀트립 멤버십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6656" y="4288536"/>
            <a:ext cx="312724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430682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부모님께 보내기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0" y="166420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0" y="1664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34840" y="1645920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페이지별 단일 목표 유지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34840" y="187452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칼럼=앱 설치 · 단체미팅=웹 신청 · 시럽인연=전화 상담 · 여행=멤버십 결제 · 자녀=공유. v2.0 원칙 그대로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0" y="253288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0" y="25328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34840" y="2514600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칼럼 하단 주제별 CTA 6종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34840" y="274320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건강/운동→취미 모임, 재혼→시럽인연 상담, 여행→시놀트립, 자녀→부모님께 보내기. 어드민 매핑 변경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0" y="340156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0" y="34015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34840" y="3383280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/silovematch-consult 광고 직행 금지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34840" y="361188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 75.8%. 소개·신뢰 블록(성혼비 없음) 후 상담으로 유도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0" y="427024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0" y="4270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34840" y="4251960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앱 링크 + 딥링크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34840" y="448056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iOS meta + Android 배너 + 단일 스마트 링크. 설치 후 보던 화면 바로 열기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v3.0 · 2026.08 · 대외비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EVENTS +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— v2.0 16종 + V3 신규 3종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 메뉴별 4주 기여도를 측정해 하위 영역을 축소·재배치합니다.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486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V3 신규 이벤트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파라미터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primary_nav_tap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menu (home/travel/meet/groups)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mypage_open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entry_point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chat_entry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source, room_type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37360"/>
          <a:ext cx="53035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v2.0 상속 (주요)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home_section_impression / tap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섹션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revenue_card_impression / tap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수익 카드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trip_membership_view / purchase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meeting_apply_start / complete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단체미팅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purchase (카드·무통장 모두)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114800"/>
            <a:ext cx="11064240" cy="685800"/>
          </a:xfrm>
          <a:prstGeom prst="rect">
            <a:avLst/>
          </a:prstGeom>
          <a:solidFill>
            <a:srgbClr val="F3F4F6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423367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 제어 — 메뉴·카드·배너의 순서와 ON/OFF를 서버에서 제어합니다. 배포 없이 바꿀 수 있는 범위가 곧 그로스 실험의 속도입니다 (v2.0 컴포넌트 8종 규격 유지).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4937760"/>
            <a:ext cx="11064240" cy="685800"/>
          </a:xfrm>
          <a:prstGeom prst="rect">
            <a:avLst/>
          </a:prstGeom>
          <a:solidFill>
            <a:srgbClr val="F7E8E8"/>
          </a:solidFill>
          <a:ln w="9525">
            <a:solidFill>
              <a:srgbClr val="9B2C2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505663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 조건 — 성공지표 5종 중 3종, 가드레일 전부가 현재 미측정. 측정 설정(GA4·GTM·서치콘솔·전환추적)이 배포보다 먼저 끝나야 합니다.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2026.08 · 시놀 김연재 · 대외비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2026-08-08T17:19:29Z</dcterms:created>
  <dcterms:modified xsi:type="dcterms:W3CDTF">2026-08-08T17:19:29Z</dcterms:modified>
</cp:coreProperties>
</file>
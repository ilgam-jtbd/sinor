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8FBF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SINOR · SCREEN MOCKUP v2.0 · 대외비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앱 · 웹 화면 목업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9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 9섹션 · 채팅 2탭 · 웹 앱전환 동선 — 구조 합의용 와이어프레임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목업 화면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9섹션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 구조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2탭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7784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분리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95528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어드민 컴포넌트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B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시놀 김연재 · 2026. 08. 08 · 연계 앱 기획서 v2.1 · 웹 기획서 v1.1 · 개발자 요구서 v2.0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목업을 읽는 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색과 카피를 지금 논의하면 구조 논의가 밀립니다. 합의할 것은 무엇이 어디에 왜 있는가입니다.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868680"/>
          </a:xfrm>
          <a:prstGeom prst="rect">
            <a:avLst/>
          </a:prstGeom>
          <a:solidFill>
            <a:srgbClr val="F3F4F6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83664"/>
            <a:ext cx="128016" cy="128016"/>
          </a:xfrm>
          <a:prstGeom prst="rect">
            <a:avLst/>
          </a:prstGeom>
          <a:solidFill>
            <a:srgbClr val="0F5F5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추가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103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개편에서 새로 만드는 영역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868680"/>
          </a:xfrm>
          <a:prstGeom prst="rect">
            <a:avLst/>
          </a:prstGeom>
          <a:solidFill>
            <a:srgbClr val="F3F4F6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883664"/>
            <a:ext cx="128016" cy="1280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3721608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2152" y="2103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구조를 그대로 두는 영역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606040" cy="868680"/>
          </a:xfrm>
          <a:prstGeom prst="rect">
            <a:avLst/>
          </a:prstGeom>
          <a:solidFill>
            <a:srgbClr val="F3F4F6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1883664"/>
            <a:ext cx="128016" cy="128016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삭제·이동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2103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제거하거나 위치를 바꾸는 영역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1691640"/>
            <a:ext cx="2606040" cy="868680"/>
          </a:xfrm>
          <a:prstGeom prst="rect">
            <a:avLst/>
          </a:prstGeom>
          <a:solidFill>
            <a:srgbClr val="F3F4F6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9992" y="1883664"/>
            <a:ext cx="128016" cy="128016"/>
          </a:xfrm>
          <a:prstGeom prst="rect">
            <a:avLst/>
          </a:prstGeom>
          <a:solidFill>
            <a:srgbClr val="8A6A15"/>
          </a:solidFill>
          <a:ln/>
        </p:spPr>
      </p:sp>
      <p:sp>
        <p:nvSpPr>
          <p:cNvPr id="19" name="Text 17"/>
          <p:cNvSpPr/>
          <p:nvPr/>
        </p:nvSpPr>
        <p:spPr>
          <a:xfrm>
            <a:off x="9299448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79992" y="2103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화면 확인 후 확정할 영역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89864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898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288036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구조만 합의합니다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10896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색·아이콘·카피는 디자인 단계에서 확정합니다.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11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359359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화면마다 목표는 하나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82219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화면에 같은 버튼을 넣으면 잘 되던 화면이 망가집니다.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25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43068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지점을 함께 표기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53542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이벤트를 나중에 붙이겠다는 항목은 대부분 붙지 않습니다.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2880360"/>
            <a:ext cx="5303520" cy="1143000"/>
          </a:xfrm>
          <a:prstGeom prst="rect">
            <a:avLst/>
          </a:prstGeom>
          <a:solidFill>
            <a:srgbClr val="F7E8E8"/>
          </a:solidFill>
          <a:ln w="9525">
            <a:solidFill>
              <a:srgbClr val="9B2C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9992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미확보 — 최우선 병목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327355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홈·채팅 현재 화면 캡처가 없습니다. TO-BE는 실측 지표에서 역산한 것이며,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없이 확정하면 개발 중 “원래 있던 기능이 빠졌다”는 문제가 반드시 나옵니다.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4206240"/>
            <a:ext cx="5303520" cy="1143000"/>
          </a:xfrm>
          <a:prstGeom prst="rect">
            <a:avLst/>
          </a:prstGeom>
          <a:solidFill>
            <a:srgbClr val="F7F0DC"/>
          </a:solidFill>
          <a:ln w="9525">
            <a:solidFill>
              <a:srgbClr val="8A6A1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3251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실사로 전제 3건이 바뀌었습니다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459943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/meeting · /information · /download 가 이미 존재합니다. 웹 개편은 신설이 아니라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연결·측정 부착 작업입니다. 웹 플랫폼은 아임웹으로 유력(head 삽입·GTM 가능).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 UPDATE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 정정 — 신설이 아니라 연결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2026-08-08 외부 실사. 개발요구서 v1.0이 “미확인/없음”으로 적은 페이지가 실제로는 존재합니다.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 판정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성격 변화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단체미팅 독립 URL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/meeting 존재 · 색인됨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신설(3주) → 연결·측정·광고 이관(3일)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칼럼 경로 미확인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/information (?bmode=view&amp;idx=)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하단 카드 삽입 즉시 착수 가능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다운로드 경로 미확인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/download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스마트 링크 교체 대상 확정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플랫폼 미확인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아임웹 유력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head 삽입·GTM·페이지별 메타 가능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/adv 앱 광고상품 페이지 존재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 광고 인벤토리가 이미 지면으로 존재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web.sinor.co.kr 서브도메인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 미확인 — 중복 색인이면 SEO 손실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64240" cy="777240"/>
          </a:xfrm>
          <a:prstGeom prst="rect">
            <a:avLst/>
          </a:prstGeom>
          <a:solidFill>
            <a:srgbClr val="E4F0EF"/>
          </a:solidFill>
          <a:ln w="9525">
            <a:solidFill>
              <a:srgbClr val="0F5F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개편은 신규 개발이 아니라 이미 있는 페이지를 잇고 측정을 붙이는 일입니다. 투입 대비 회수가 빠르고, 앱 개편보다 먼저 끝낼 수 있습니다.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· HOME · TO-BE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 — 9섹션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107,735명 · 모임 1,561개인데 28일간 4,232명이 검색하는 홈에 검색 진입점이 없습니다.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4572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4650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739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어떤 모임을 찾으세요?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2139696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68096" y="21671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기획전 배너 (radius 16px)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6656" y="2532888"/>
            <a:ext cx="212140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68096" y="25603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아이콘 2줄 × 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" y="2999232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0266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단체미팅 · 8/17 서울 · 잔여 3석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" y="339242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68096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개설된 모임 →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" y="3785616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130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인연 진단 — 내 유형 보기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" y="4178808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68096" y="42062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지역 모임 →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" y="4572000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9943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여행 · 시놀트립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" y="4965192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7F0DC"/>
          </a:solidFill>
          <a:ln w="12700">
            <a:solidFill>
              <a:srgbClr val="8A6A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9926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슬롯 (4주 후 개시)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" y="5843016"/>
            <a:ext cx="2340864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84301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· 라운지 · ＋ · 채팅 · 마이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91840" y="16642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1880" y="1645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검색바 최상단 sticky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11880" y="18745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스크롤해도 따라옵니다. 근거 — 검색 4,232명, 진입점 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37744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11880" y="23591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기획전 배너 모서리 16px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11880" y="25877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사각 배너는 광고로 인지되어 건너뜁니다. 롤링 5초 이상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09067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11880" y="30723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아이콘 + 한글 라벨 병기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11880" y="330098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아이콘 단독은 인지율이 낮습니다. 6개 이하면 가로 스크롤 1줄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91840" y="3803904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3803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11880" y="37856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카드 3종 분산 배치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11880" y="40142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배치 금지 — 광고 구간으로 인지되어 스크롤 이탈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4517136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4517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11880" y="44988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스크롤 20% 노출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11880" y="47274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카드가 살짝 보여야 스크롤을 시도합니다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91840" y="523036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5230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11880" y="52120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정원 대비 현재 인원 표시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11880" y="54406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모임 입장 후 이탈은 재방문을 크게 훼손합니다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72400" y="16642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92440" y="16459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단체미팅 — 이탈 12.0%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092440" y="1874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최고 구매 의도. 잔여 3석 이하만 강조 표기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772400" y="237744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92440" y="23591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인연 진단 — 전화 우선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092440" y="25877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시니어는 전화 전환이 강합니다. 상담 이탈 7.0%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72400" y="309067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92440" y="30723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여행 — 시놀트립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092440" y="33009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정가 vs 멤버십가 병기. 가격은 실제 상품과 연동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772400" y="3803904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0" y="3803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92440" y="3785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미설정 시 대체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092440" y="401421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섹션을 숨기고 지역 설정 유도 카드로 교체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772400" y="4517136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67" name="Text 65"/>
          <p:cNvSpPr/>
          <p:nvPr/>
        </p:nvSpPr>
        <p:spPr>
          <a:xfrm>
            <a:off x="7772400" y="4517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092440" y="44988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섹션별 이벤트 필수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92440" y="472744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 후 기여도 하위 2개 섹션은 접습니다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772400" y="523036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71" name="Text 69"/>
          <p:cNvSpPr/>
          <p:nvPr/>
        </p:nvSpPr>
        <p:spPr>
          <a:xfrm>
            <a:off x="7772400" y="5230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092440" y="52120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슬롯은 자리만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092440" y="54406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개편과 동시 도입 시 지표 해석이 불가능합니다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· REVENUE CARDS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카드 3종 — 배너가 아니라 카드로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카드와 동일 컴포넌트를 사용합니다. 테두리·배경색으로 구분하면 광고로 읽힙니다.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단체미팅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 17일 · 서울 강남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3석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신청하기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3017520" cy="18288"/>
          </a:xfrm>
          <a:prstGeom prst="rect">
            <a:avLst/>
          </a:prstGeom>
          <a:solidFill>
            <a:srgbClr val="D8DBE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이탈률 12.0% — 사이트 최고 의도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3석 이하만 강조 표기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인연 진단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3~5문항 간단 진단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화면에 상담 예약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내 유형 보기 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3337560"/>
            <a:ext cx="3017520" cy="18288"/>
          </a:xfrm>
          <a:prstGeom prst="rect">
            <a:avLst/>
          </a:prstGeom>
          <a:solidFill>
            <a:srgbClr val="D8DBE0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시니어는 전화 전환이 강합니다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CTA는 전화 우선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여행 (시놀트립)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한림 2박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정가 32만 → 멤버십 24만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멤버십가로 보기 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3337560"/>
            <a:ext cx="3017520" cy="18288"/>
          </a:xfrm>
          <a:prstGeom prst="rect">
            <a:avLst/>
          </a:prstGeom>
          <a:solidFill>
            <a:srgbClr val="D8DBE0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 이탈 72.7%의 원인은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멤버십 가치 미노출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64240" cy="749808"/>
          </a:xfrm>
          <a:prstGeom prst="rect">
            <a:avLst/>
          </a:prstGeom>
          <a:solidFill>
            <a:srgbClr val="E4F0EF"/>
          </a:solidFill>
          <a:ln w="9525">
            <a:solidFill>
              <a:srgbClr val="0F5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89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 정책 (2026-08-08 확정) — 여행에서 파는 것은 시놀트립 멤버십(49,900원/년) 하나입니다. 하나투어 27p는 제휴 수수료가 아니라 광고 지면으로 취급하며, 판매 대상이 아니라 광고 성과 측정 대상입니다.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38928"/>
            <a:ext cx="11064240" cy="749808"/>
          </a:xfrm>
          <a:prstGeom prst="rect">
            <a:avLst/>
          </a:prstGeom>
          <a:solidFill>
            <a:srgbClr val="F7E8E8"/>
          </a:solidFill>
          <a:ln w="9525">
            <a:solidFill>
              <a:srgbClr val="9B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760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 — 카드에 별도 테두리색·배경색·「광고」 표기를 넣지 않습니다. 3종을 연속 배치하지 않습니다. 콘텐츠와 같은 위계로 보여야 추천으로 읽힙니다. 위반 시 재작업 대상.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· CHAT · TO-BE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— 모임 / 1:1 대화 2탭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화면 오이·문토. 명칭은 시놀 용어 체계를 따릅니다.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40233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4650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68096" y="17739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2139696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1671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[모임] •      1:1 대화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6656" y="2532888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68096" y="25603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등산 좋아하는 5060      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" y="2926080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68096" y="29535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한강 산책 모임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" y="3319272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68096" y="334670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바둑 동호회      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" y="371246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68096" y="373989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파크골프 함께해요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5294376"/>
            <a:ext cx="2340864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529437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· 라운지 · ＋ · 채팅 · 마이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91840" y="170992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709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11880" y="16916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명칭 — 모임 / 1:1 대화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192024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문토의 그룹/개인 대신 오이 방식. 모임은 3년간 써온 자사 용어이고 그룹은 학습 비용이 듭니다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42316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1880" y="24048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선택은 모임 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11880" y="263347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대화량 대부분이 모임에서 발생하며 1:1은 시럽 계열에서 주로 발생합니다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313639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311810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탭은 점, 목록은 숫자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334670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탭에 숫자를 쓰면 미확인이 쌓여 보여 회피를 유발합니다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170992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709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92440" y="16916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해제는 대화방 실제 열람 시점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92440" y="19202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진입만으로 해제하면 알림 신뢰도가 무너집니다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0" y="242316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92440" y="2404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스크롤 위치 독립 보존 · 라벨 크기 고정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263347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시 크기가 변하면 화면 흔들림으로 인지됩니다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0" y="313639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92440" y="3118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— 안 읽음 카운트 제공 주체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092440" y="334670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응답인지 클라이언트 계산인지에 따라 목록 로딩 성능이 달라집니다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· EMPTY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빈 상태 — 이탈 지점을 진입 지점으로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현재는 “채팅 내역이 없어요”만 노출되어 다음 행동이 끊깁니다.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AS-IS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377440" cy="292608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066544"/>
            <a:ext cx="212140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68096" y="209397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내역이 없어요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4517136"/>
            <a:ext cx="2340864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51713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· 라운지 · ＋ · 채팅 · 마이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TO-BE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377440" cy="292608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1296" y="2066544"/>
            <a:ext cx="212140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602736" y="209397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참여한 모임이 없어요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11296" y="2532888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25603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모임 둘러보기 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11296" y="2926080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602736" y="29535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지역 모임 3개 →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01568" y="4517136"/>
            <a:ext cx="2340864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D8DB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451713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· 라운지 · ＋ · 채팅 · 마이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0" y="18928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892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187452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행동을 반드시 제시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103120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화면에서 나가면 그 세션은 아무것도 남기지 못합니다. 빈 상태는 가장 값싼 전환 지점입니다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60604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606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0840" y="258775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개편과 연결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81635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“모임 둘러보기”는 개편된 홈의 카테고리로 연결합니다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31927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319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0840" y="330098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모임 추천 병기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20840" y="3529584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정보가 있으면 바로 후보를 보여줍니다 — 탐색 단계를 하나 줄입니다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4032504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032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401421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패턴을 다른 빈 화면에도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0840" y="4242816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목록 · 검색 결과 0건 · 알림 없음. 문구와 목적지는 어드민에서 수정 가능해야 합니다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· HOME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홈 — 앱 설치와 전환의 관문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sinor.co.kr — 28일 방문 5,750명 중 앱 다운로드 도달은 79명(1.4%). 목표는 5% 이상.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4572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4650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739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앱에서 모임 참여하기 [설치]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2139696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68096" y="21671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히어로 — 5060 모임·만남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6656" y="2532888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68096" y="25603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단체미팅 → /meeting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" y="2926080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68096" y="29535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시럽인연 상담 예약 (전화)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" y="3319272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68096" y="334670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시놀트립 — 정가 vs 멤버십가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" y="371246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68096" y="373989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시니어 칼럼 191편 (조회 2,312)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" y="4105656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13308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부모님께 보내기 (자녀 타깃)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" y="4498848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26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고정 설치 바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16642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1880" y="1645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앱 배너 — 1주차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1880" y="18745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iOS meta 태그 · Android 설치 배너. 구현 난도 최저, 효과 즉시 측정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37744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1880" y="23591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단체미팅은 신설이 아니라 연결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11880" y="25877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/meeting이 이미 존재하고 색인됨. 측정 부착과 광고 랜딩 이관이 실제 작업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309067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11880" y="30723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칼럼이 최대 유입원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11880" y="330098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191편 · 조회 2,312. 앱 설치 유도의 1순위 지면입니다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16642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92440" y="16459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자녀는 공유, 부모가 설치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92440" y="1874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7.7%로 사이트 최저인데 글이 1편뿐입니다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237744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92440" y="23591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배너와 고정 바 동시 노출 금지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92440" y="25877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4주씩 교차 운영 후 비교. 둘 다 띄우면 판정 불가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72400" y="309067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92440" y="30723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닫기 이력은 기기 단위 7일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92440" y="33009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단위면 재방문마다 다시 떠 시니어가 오류로 인지합니다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· COLUMN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칼럼 하단 카드 — 191편 전체에 고정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주제에 따라 목적지를 분기합니다. 같은 카드를 191편에 똑같이 붙이지 않습니다.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02336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 주제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하단 카드 목적지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건강·운동 (맨발걷기 등)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설치 — 취미 모임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이탈 9.1% · 최저군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모임·취미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설치 — 지역 모임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모객 지면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재혼·황혼재혼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시럽인연 상담 예약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상담 이탈 7.0%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자녀·부모님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부모님께 보내기 (공유)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이탈 7.7% · 사이트 최저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시놀트립 멤버십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이탈 72.7% 개선 대상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정책·혜택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설치 — 정보 알림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 상위 유입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solidFill>
            <a:srgbClr val="F3F4F6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1206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문구는 주제별 6종으로 관리하고, 운영자가 어드민에서 매핑을 바꿀 수 있어야 합니다. 관련 글은 같은 주제 묶음 안에서만 노출합니다 — 주제가 튀면 이탈합니다.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· /MEETING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단체미팅 페이지 — 보강과 이관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최고 의도 구간(이탈 12.0%). 페이지는 이미 있으나 광고 랜딩으로도 측정 대상으로도 쓰이지 않습니다.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429768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4650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68096" y="17739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5060 단체미팅 — 서울·경기 8월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2139696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1671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성혼비 없음 · 상담 무료 · 본인인증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6656" y="2532888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68096" y="25603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8/17 (토) 서울 강남 · 잔여 3석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" y="2926080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68096" y="295351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8/24 (토) 경기 분당 · 잔여 8석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" y="3319272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68096" y="334670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 후기 · 사진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" y="371246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73989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 (FAQ)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" y="4105656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68096" y="413308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신청하기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16642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11880" y="1645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제목에 검색어를 넣습니다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18745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“[부산·경남] 5060 단체미팅”이 이미 이탈 11~18%로 효과를 증명했습니다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37744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1880" y="23591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블록을 상단에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11880" y="25877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직행 75.8% vs 내부 경유 7.0%. 차이는 도착 직후 신뢰 정보의 유무입니다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309067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30723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성혼비 없음이 첫 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330098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관행은 가입비와 별도로 성혼비 100~500만원 추가입니다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166420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92440" y="16459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 스키마 적용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92440" y="1874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본문은 이미 있고 구조화 표시만 붙이면 AEO 답변 노출 후보가 됩니다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0" y="237744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92440" y="23591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랜딩 이관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25877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폼 직행(이탈 75.8%) 예산을 이쪽으로 옮깁니다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0" y="309067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92440" y="30723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등급 확정이 선행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092440" y="33009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참가비 99,000~300,000원 3배 편차. 구독은 기본 참석권만 커버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· /FAMILY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 타깃 — 설치 버튼이 아니라 공유 버튼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이탈률 7.7%로 사이트 최저인데 글이 1편뿐입니다.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402336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2C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46504"/>
            <a:ext cx="212140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68096" y="17739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이상 부모님, 짝 찾아드리고 싶다면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6656" y="2212848"/>
            <a:ext cx="212140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8DB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68096" y="224028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— 절차 · 비용 · 자녀가 준비할 것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6656" y="2679192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70662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카카오톡으로 부모님께 보내기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" y="3072384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09981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문자로 보내기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" y="3465576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E4F0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49300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자녀가 대신 상담 예약하기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" y="3858768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F7E8E8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862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설치 버튼 — 넣지 않습니다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0" y="184708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847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182880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주체가 다릅니다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2057400"/>
            <a:ext cx="8001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사람은 4050 자녀이고 앱을 쓸 사람은 60대 부모입니다. 자녀에게 설치를 시키면 그 계정은 사용되지 않고, 부모에게는 아무것도 전달되지 않습니다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56032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1880" y="2542032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자녀가 대신 예약하는 동선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1880" y="2770632"/>
            <a:ext cx="8001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시니어 상품에서 실제로 결제까지 가는 경로 중 하나입니다. 상담 예약 폼에 “부모님 정보로 신청” 항목을 둡니다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27355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1880" y="3255264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1편을 묶음으로 확장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11880" y="3483864"/>
            <a:ext cx="8001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재혼 · 부모님 앱 추천 · 부모님 혜택 · 부모님 친구 만들기 — 최소 4편. 전환이 가장 좋은 독자층인데 콘텐츠가 없습니다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INVENTORY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운영자가 배포 없이 바꿀 수 있어야 하는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배포 없이 바꿀 수 있는 범위가 곧 그로스 실험의 속도입니다.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743200"/>
                <a:gridCol w="19202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컴포넌트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화면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운영자 조작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 규칙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기획전 배너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홈 · 웹 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이미지·링크·기간·순서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· 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세션당 첫 노출만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 섹션 순서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드래그 순서 변경 · on/off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섹션별 기여도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사이드 A/B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 카드 3종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문구·목적지·노출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· 탭 · 전환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 노출 상한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 아이콘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라벨·순서·노출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칼럼 하단 카드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/information 191편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주제별 매핑 6종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· 설치 전환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세션 재노출 제한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단체미팅 일정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/meeting · 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일정·지역·정원·잔여석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 · 신청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잔여석 실시간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설치 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전 페이지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문구·노출 페이지·닫기 주기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· 설치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단위 7일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빈 상태 문구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채팅 · 목록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문구·버튼 목적지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· 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E4F0EF"/>
          </a:solidFill>
          <a:ln w="9525">
            <a:solidFill>
              <a:srgbClr val="0F5F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6509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미등록 시 카테고리별 기본 이미지를 자동 적용합니다. 이미지 없는 카드가 섞이면 목록 전체의 신뢰도가 떨어집니다. 가격은 실제 상품과 연동하며 하드코딩하지 않습니다.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SPEC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명세 — 화면과 같은 릴리스에 부착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붙이겠다는 항목은 대부분 붙지 않습니다. 개발 티켓의 완료 조건에 그대로 들어갑니다.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657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이벤트명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파라미터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 지점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home_section_impression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section_id, position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섹션 50% 이상 노출 (세션당 1회)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home_section_tap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section_id, item_id, position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섹션 내 아이템 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view_search_results / search_no_result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search_term, result_count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 실행 / 결과 0건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revenue_card_impression / _tap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card_type, position, cta_label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 카드 노출 · CTA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meeting_apply_start / _complete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meeting_id, price, seats_left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단체미팅 신청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diagnosis_complete · consult_call_tap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result_type, entry_point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인연 진단 · 전화 상담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trip_membership_view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product_id, list_price, member_price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시놀트립 멤버십가 노출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chat_tab_switch · chat_room_open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tab, room_type, unread_count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탭 전환 · 대화방 열람(점 해제)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purchase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value, payment_method, product_id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카드·무통장 모두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first_action_latency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ms, action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실행 → 첫 액션 (가드레일)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가드레일 — 악화되면 성공지표가 좋아져도 실패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발견은 늘었는데 경험이 나빠지면 순손실입니다.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성공지표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→ 목표 (8주)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DAU / MAU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5.8% → 8% 이상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설치 유도 도달률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1.4% → 5% 이상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내 검색 이용률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→ 홈 방문자 15% 이상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결제 이벤트 기록률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20건/7개월 → 실제 대비 90%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시놀트립 멤버십 판매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미측정 → 기준선 확정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가드레일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시럽인연 상담 신청 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감소 시 실패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단체미팅 신청 완료율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감소 시 실패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모임 참여 후 이탈률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악화 시 실패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실행 후 첫 액션 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증가 시 실패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페이지 로딩 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증가 시 경고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 문의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“못 찾겠다” 별도 태깅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029200"/>
            <a:ext cx="11064240" cy="777240"/>
          </a:xfrm>
          <a:prstGeom prst="rect">
            <a:avLst/>
          </a:prstGeom>
          <a:solidFill>
            <a:srgbClr val="F7E8E8"/>
          </a:solidFill>
          <a:ln w="9525">
            <a:solidFill>
              <a:srgbClr val="9B2C2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193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성공지표 5종 중 3종, 가드레일 6종 전부가 현재 미측정입니다. 측정 설정이 배포보다 먼저 끝나야 하며, 이것이 유일한 차단 조건입니다.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화면 목업 v2.0 · 2026.08 · 대외비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0F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목업은 구조 합의용입니다. 합의된 내용이 기획서와 개발자 요구서에 반영됩니다.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2237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홈·채팅 현재 화면 캡처 확보 — 최우선 병목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회신 D1~D10 · 사업 회신 B1~B5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· 사업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크로스도메인 · 결제 이벤트 · 봇 필터 · 서치콘솔 · 스마트 배너 meta 태그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목업 구조 확정 회의 · search_term 수집 · 네이버 전환추적 3개 지점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 · 개발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2~4주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2탭 선행 개발 (측정 체계 시범 적용)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3~6주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홈 9섹션 + 어드민 컴포넌트 8종 · 웹 앱전환 동선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· 디자인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3~5주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 Store 한국어 등록 · Play 데이터 안전 재제출 · 스토어 제목 개선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6주차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배포 + 스크린샷 교체 + 모임장 1,500명 사전 안내(D-3)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7~14주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성공지표 5종 · 가드레일 6종 판정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F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기준 — 종합전략 v3(2026.08) · GA4 실측(2026.07.09~08.05) · Dataroom(2026.07) · 스토어 리스팅 실측(2026.08.06) · 외부 실사(2026.08.08). 단일 출처는 정합기준 정본 2026-08.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1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시놀 SINOR · 2026. 08 · 시놀 김연재 · 대외비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2026-08-08T07:09:16Z</dcterms:created>
  <dcterms:modified xsi:type="dcterms:W3CDTF">2026-08-08T07:09:16Z</dcterms:modified>
</cp:coreProperties>
</file>